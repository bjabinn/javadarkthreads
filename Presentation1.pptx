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6"/>
  </p:normalViewPr>
  <p:slideViewPr>
    <p:cSldViewPr snapToGrid="0" snapToObjects="1">
      <p:cViewPr varScale="1">
        <p:scale>
          <a:sx n="88" d="100"/>
          <a:sy n="88" d="100"/>
        </p:scale>
        <p:origin x="18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3AF31-EF08-444B-8887-BCFBF668A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0A8BC-2E00-0747-A42C-83D36570D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0330E-3D23-C44A-BF56-E651AA9E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5F726-A9E3-3A4B-817D-C0CCA91B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8299-2EC2-9F49-BA57-065C7882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15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05E5B-21F7-9B43-8FC8-0E89B7B3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6C865-7C4A-AE48-9953-CCDDC78F8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E0855-DDE9-094C-9337-17867B3A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A8FB-F48D-3348-86CE-F61D62DC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4A5A2-3AA9-1449-8EED-169A5524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42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7254-244B-124C-B9E0-6A62D669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F75BD-16B6-3C48-8331-F4E363E50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DFCE5-A5F2-8945-B4A8-8F0A3C3B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D6314-9C82-6840-BCB5-B32D3EC7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0A21-0459-7D4F-883B-D70B8965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20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7893-1ABA-DF45-890F-A8A416A4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269AC-26FB-4F47-A2CD-ADD997B67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88BB4-7A12-4C45-9742-20EDDD21D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DFC59-A4E8-3A4B-BA4F-7BA01F9C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91EF0-9079-5B45-BD26-02FC07B9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8D73E-DC1C-6747-AAE9-DC2307A5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88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390F-364F-BA40-9CD1-FD02BC78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656E9-84C2-1E49-B190-73332B79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71584-DE00-314F-B577-14C977344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9A9D6-AE7C-5C4E-B478-CD627CCD5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C709E-B3D4-3444-A457-14968776DE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5B6A5-5FE7-F648-ADD1-E425D458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43DE3-33E0-7A46-B9BD-71FF4162F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8F145-CCBC-F949-8787-74F0D820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5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0BFC-E80E-9143-B027-450ED7EC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767D1-D78D-8F48-9433-96FAC8DA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046D3-9956-7F42-AA03-5CD9F51A3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D5EE3-BC52-584D-96D5-7A97808B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59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175E1-B8BE-5F41-AF2B-7A170228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7178BE-23DC-5C4D-ADAA-A9B689EC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044A7-0F5A-7043-9820-6E9FF9C1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27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6012-589B-5743-85F4-3F882578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B146E-10AC-BC4A-A9DC-B43BC5048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A9B3E-2373-D542-9D2B-AA585EDD2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12461-98DB-854F-9922-28FBFFC4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C7769-6613-CB4B-8408-3AABBFC3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CC1F8-4980-3842-B551-C687B800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83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9E45-49FD-914B-9D12-F53F00F5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F97731-45D9-984F-840E-7D0D24F3D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43C4B-1013-8A45-9946-5F7D495BE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97AB8-6BF8-2F44-BB45-EE3840076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DD2F2-5108-AA44-93CB-0576CCFD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081AD-381D-DE4F-B9A5-2E59ABA7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240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5830-1736-024C-A4B1-40187B2F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66D30-6E92-3A43-A58C-E97FB2A0F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9730F-AAE4-6D4A-99E6-7C2396A59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E0992-9376-0B4B-87FB-4BAF429C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9FE1-FDC3-2046-8974-8540B3B0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31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F45DBB-EBFC-C741-A2AC-804D39E46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076F8-E6B5-4344-A440-1510D227B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F8E9D-7324-C245-921A-FB8D63E7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20E9A-0C57-E241-9FF0-7B957F14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25A3E-9A7E-D24D-8F77-67D6534E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14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E4A3C-D25A-AD4E-AB24-2534E2CE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0DB75-A515-3F47-833E-F57C3268B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BBF7F-71B1-DE46-A345-D9195F053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17E6C-B4C1-F64F-9F0E-38D55D0C6E24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16DB4-CE44-334E-8DAE-1CF1BAAFF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5D76B-6054-1D44-91F1-599221D91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A41D0-2003-5440-9C4D-D6DBC081D4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0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ED8BBA-8805-684D-8E67-0A3807E9F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811477"/>
            <a:ext cx="8008620" cy="2688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86BED2-0DF3-664B-A788-52B9B5756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70" y="562610"/>
            <a:ext cx="92456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7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4AB24B-DBD0-CB42-8E08-EAADF5B82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46899" cy="42508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237684-87D9-6543-B5ED-A9B6B76AC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09" y="4250810"/>
            <a:ext cx="9592491" cy="2607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EA37B9-67E9-4D41-97DF-CBB8EC2E2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074" y="2241520"/>
            <a:ext cx="5138057" cy="895268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</a:ln>
          <a:effectLst>
            <a:innerShdw blurRad="76200">
              <a:schemeClr val="accent5">
                <a:lumMod val="60000"/>
                <a:lumOff val="40000"/>
              </a:schemeClr>
            </a:innerShdw>
          </a:effectLst>
        </p:spPr>
      </p:pic>
    </p:spTree>
    <p:extLst>
      <p:ext uri="{BB962C8B-B14F-4D97-AF65-F5344CB8AC3E}">
        <p14:creationId xmlns:p14="http://schemas.microsoft.com/office/powerpoint/2010/main" val="262225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 ANTONIO BELTRAN MARQUEZ</dc:creator>
  <cp:lastModifiedBy>JOSE ANTONIO BELTRAN MARQUEZ</cp:lastModifiedBy>
  <cp:revision>4</cp:revision>
  <dcterms:created xsi:type="dcterms:W3CDTF">2026-04-07T22:24:58Z</dcterms:created>
  <dcterms:modified xsi:type="dcterms:W3CDTF">2026-04-07T23:07:25Z</dcterms:modified>
</cp:coreProperties>
</file>