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IBM Plex Sans"/>
      <p:regular r:id="rId17"/>
      <p:bold r:id="rId18"/>
      <p:italic r:id="rId19"/>
      <p:boldItalic r:id="rId20"/>
    </p:embeddedFont>
    <p:embeddedFont>
      <p:font typeface="IBM Plex Sans SemiBold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709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709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BMPlexSans-boldItalic.fntdata"/><Relationship Id="rId11" Type="http://schemas.openxmlformats.org/officeDocument/2006/relationships/slide" Target="slides/slide6.xml"/><Relationship Id="rId22" Type="http://schemas.openxmlformats.org/officeDocument/2006/relationships/font" Target="fonts/IBMPlexSansSemiBold-bold.fntdata"/><Relationship Id="rId10" Type="http://schemas.openxmlformats.org/officeDocument/2006/relationships/slide" Target="slides/slide5.xml"/><Relationship Id="rId21" Type="http://schemas.openxmlformats.org/officeDocument/2006/relationships/font" Target="fonts/IBMPlexSansSemiBold-regular.fntdata"/><Relationship Id="rId13" Type="http://schemas.openxmlformats.org/officeDocument/2006/relationships/slide" Target="slides/slide8.xml"/><Relationship Id="rId24" Type="http://schemas.openxmlformats.org/officeDocument/2006/relationships/font" Target="fonts/IBMPlexSansSemiBold-boldItalic.fntdata"/><Relationship Id="rId12" Type="http://schemas.openxmlformats.org/officeDocument/2006/relationships/slide" Target="slides/slide7.xml"/><Relationship Id="rId23" Type="http://schemas.openxmlformats.org/officeDocument/2006/relationships/font" Target="fonts/IBMPlexSansSemiBold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IBMPlexSans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IBMPlexSans-italic.fntdata"/><Relationship Id="rId6" Type="http://schemas.openxmlformats.org/officeDocument/2006/relationships/slide" Target="slides/slide1.xml"/><Relationship Id="rId18" Type="http://schemas.openxmlformats.org/officeDocument/2006/relationships/font" Target="fonts/IBMPlex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b6c40055f4_5_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b6c40055f4_5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b6c40055f4_5_3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b6c40055f4_5_3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6c40055f4_5_3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6c40055f4_5_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6c40055f4_5_3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6c40055f4_5_3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b6c40055f4_5_3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b6c40055f4_5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b6c40055f4_5_3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b6c40055f4_5_3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b6c40055f4_5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b6c40055f4_5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6c40055f4_5_3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b6c40055f4_5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b81be977c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b81be977c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b6c40055f4_5_3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b6c40055f4_5_3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b6c40055f4_5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b6c40055f4_5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9.png"/><Relationship Id="rId7" Type="http://schemas.openxmlformats.org/officeDocument/2006/relationships/image" Target="../media/image14.png"/><Relationship Id="rId8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15.png"/><Relationship Id="rId8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15.png"/><Relationship Id="rId8" Type="http://schemas.openxmlformats.org/officeDocument/2006/relationships/image" Target="../media/image1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Relationship Id="rId4" Type="http://schemas.openxmlformats.org/officeDocument/2006/relationships/image" Target="../media/image23.png"/><Relationship Id="rId5" Type="http://schemas.openxmlformats.org/officeDocument/2006/relationships/image" Target="../media/image26.png"/><Relationship Id="rId6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2.png"/><Relationship Id="rId4" Type="http://schemas.openxmlformats.org/officeDocument/2006/relationships/image" Target="../media/image17.png"/><Relationship Id="rId5" Type="http://schemas.openxmlformats.org/officeDocument/2006/relationships/image" Target="../media/image27.png"/><Relationship Id="rId6" Type="http://schemas.openxmlformats.org/officeDocument/2006/relationships/image" Target="../media/image2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9.png"/><Relationship Id="rId4" Type="http://schemas.openxmlformats.org/officeDocument/2006/relationships/image" Target="../media/image4.png"/><Relationship Id="rId5" Type="http://schemas.openxmlformats.org/officeDocument/2006/relationships/image" Target="../media/image2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2.png"/><Relationship Id="rId6" Type="http://schemas.openxmlformats.org/officeDocument/2006/relationships/image" Target="../media/image26.png"/><Relationship Id="rId7" Type="http://schemas.openxmlformats.org/officeDocument/2006/relationships/image" Target="../media/image3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0.png"/><Relationship Id="rId4" Type="http://schemas.openxmlformats.org/officeDocument/2006/relationships/image" Target="../media/image9.png"/><Relationship Id="rId5" Type="http://schemas.openxmlformats.org/officeDocument/2006/relationships/image" Target="../media/image14.png"/><Relationship Id="rId6" Type="http://schemas.openxmlformats.org/officeDocument/2006/relationships/image" Target="../media/image12.png"/><Relationship Id="rId7" Type="http://schemas.openxmlformats.org/officeDocument/2006/relationships/image" Target="../media/image11.png"/><Relationship Id="rId8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4.png"/><Relationship Id="rId7" Type="http://schemas.openxmlformats.org/officeDocument/2006/relationships/image" Target="../media/image38.png"/><Relationship Id="rId8" Type="http://schemas.openxmlformats.org/officeDocument/2006/relationships/image" Target="../media/image4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9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image" Target="../media/image39.png"/><Relationship Id="rId7" Type="http://schemas.openxmlformats.org/officeDocument/2006/relationships/image" Target="../media/image38.png"/><Relationship Id="rId8" Type="http://schemas.openxmlformats.org/officeDocument/2006/relationships/image" Target="../media/image4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3">
            <a:alphaModFix/>
          </a:blip>
          <a:srcRect b="0" l="0" r="0" t="45590"/>
          <a:stretch/>
        </p:blipFill>
        <p:spPr>
          <a:xfrm>
            <a:off x="776475" y="0"/>
            <a:ext cx="1229075" cy="589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5">
            <a:alphaModFix/>
          </a:blip>
          <a:srcRect b="49262" l="0" r="0" t="0"/>
          <a:stretch/>
        </p:blipFill>
        <p:spPr>
          <a:xfrm>
            <a:off x="315663" y="4052300"/>
            <a:ext cx="2150699" cy="1091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64025" y="810700"/>
            <a:ext cx="1084300" cy="92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7874" y="295350"/>
            <a:ext cx="604600" cy="69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18500" y="3991934"/>
            <a:ext cx="1229076" cy="74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050875" y="3742675"/>
            <a:ext cx="909225" cy="3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57075" y="4015075"/>
            <a:ext cx="1034550" cy="64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8650" y="407705"/>
            <a:ext cx="548700" cy="343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41575" y="3702100"/>
            <a:ext cx="1209875" cy="120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57813" y="1176917"/>
            <a:ext cx="5828372" cy="569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11318" y="2124600"/>
            <a:ext cx="6721362" cy="110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83800" y="3982963"/>
            <a:ext cx="1034550" cy="64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6150" y="564705"/>
            <a:ext cx="548700" cy="343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41575" y="3702100"/>
            <a:ext cx="1209875" cy="120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57813" y="1176917"/>
            <a:ext cx="5828372" cy="569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541650" y="2183674"/>
            <a:ext cx="6060698" cy="109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311700" y="461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311700" y="1717200"/>
            <a:ext cx="3999900" cy="25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4832400" y="1717200"/>
            <a:ext cx="3999900" cy="25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2" name="Google Shape;42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61350"/>
            <a:ext cx="7256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717200"/>
            <a:ext cx="8520600" cy="25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idx="1" type="body"/>
          </p:nvPr>
        </p:nvSpPr>
        <p:spPr>
          <a:xfrm>
            <a:off x="1251800" y="1717200"/>
            <a:ext cx="7220700" cy="29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" name="Google Shape;48;p7"/>
          <p:cNvSpPr/>
          <p:nvPr/>
        </p:nvSpPr>
        <p:spPr>
          <a:xfrm>
            <a:off x="0" y="-4025"/>
            <a:ext cx="8946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73270" y="1457749"/>
            <a:ext cx="407175" cy="151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7"/>
          <p:cNvPicPr preferRelativeResize="0"/>
          <p:nvPr/>
        </p:nvPicPr>
        <p:blipFill rotWithShape="1">
          <a:blip r:embed="rId3">
            <a:alphaModFix/>
          </a:blip>
          <a:srcRect b="0" l="0" r="25479" t="16416"/>
          <a:stretch/>
        </p:blipFill>
        <p:spPr>
          <a:xfrm rot="5400000">
            <a:off x="146724" y="3900225"/>
            <a:ext cx="842601" cy="576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175" y="253975"/>
            <a:ext cx="449101" cy="281009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7"/>
          <p:cNvSpPr txBox="1"/>
          <p:nvPr>
            <p:ph type="title"/>
          </p:nvPr>
        </p:nvSpPr>
        <p:spPr>
          <a:xfrm>
            <a:off x="1251800" y="461350"/>
            <a:ext cx="6483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54" name="Google Shape;5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7" name="Google Shape;57;p8"/>
          <p:cNvSpPr/>
          <p:nvPr/>
        </p:nvSpPr>
        <p:spPr>
          <a:xfrm>
            <a:off x="7646900" y="-4025"/>
            <a:ext cx="1497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pic>
        <p:nvPicPr>
          <p:cNvPr id="58" name="Google Shape;58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75025" y="1285930"/>
            <a:ext cx="548700" cy="49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0800000">
            <a:off x="7646907" y="2103412"/>
            <a:ext cx="407175" cy="151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 txBox="1"/>
          <p:nvPr>
            <p:ph idx="1" type="body"/>
          </p:nvPr>
        </p:nvSpPr>
        <p:spPr>
          <a:xfrm>
            <a:off x="311700" y="1717200"/>
            <a:ext cx="6568800" cy="25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2" name="Google Shape;62;p8"/>
          <p:cNvPicPr preferRelativeResize="0"/>
          <p:nvPr/>
        </p:nvPicPr>
        <p:blipFill rotWithShape="1">
          <a:blip r:embed="rId5">
            <a:alphaModFix/>
          </a:blip>
          <a:srcRect b="0" l="0" r="37032" t="0"/>
          <a:stretch/>
        </p:blipFill>
        <p:spPr>
          <a:xfrm>
            <a:off x="8041716" y="3411188"/>
            <a:ext cx="1102283" cy="1517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41956" y="253980"/>
            <a:ext cx="1072323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8"/>
          <p:cNvSpPr txBox="1"/>
          <p:nvPr>
            <p:ph type="title"/>
          </p:nvPr>
        </p:nvSpPr>
        <p:spPr>
          <a:xfrm>
            <a:off x="311700" y="461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 1">
  <p:cSld name="TITLE_AND_BODY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4595025" y="-4025"/>
            <a:ext cx="45489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67" name="Google Shape;6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68" name="Google Shape;68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41956" y="253980"/>
            <a:ext cx="1072323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0" name="Google Shape;7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1" name="Google Shape;71;p9"/>
          <p:cNvSpPr txBox="1"/>
          <p:nvPr>
            <p:ph idx="2" type="body"/>
          </p:nvPr>
        </p:nvSpPr>
        <p:spPr>
          <a:xfrm>
            <a:off x="4843025" y="737163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Char char="●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○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■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●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○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■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●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○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■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pic>
        <p:nvPicPr>
          <p:cNvPr id="72" name="Google Shape;7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 1 1">
  <p:cSld name="TITLE_AND_BODY_1_1_1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/>
          <p:nvPr/>
        </p:nvSpPr>
        <p:spPr>
          <a:xfrm>
            <a:off x="0" y="-4025"/>
            <a:ext cx="45114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75" name="Google Shape;7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6" name="Google Shape;76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7" name="Google Shape;77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0"/>
          <p:cNvSpPr txBox="1"/>
          <p:nvPr>
            <p:ph idx="2" type="body"/>
          </p:nvPr>
        </p:nvSpPr>
        <p:spPr>
          <a:xfrm>
            <a:off x="5181175" y="736975"/>
            <a:ext cx="36036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800"/>
              <a:buFont typeface="IBM Plex Sans"/>
              <a:buChar char="●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○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■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●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○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■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●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○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■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pic>
        <p:nvPicPr>
          <p:cNvPr id="79" name="Google Shape;79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-column text 1 1">
  <p:cSld name="ONE_COLUMN_TEXT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1"/>
          <p:cNvPicPr preferRelativeResize="0"/>
          <p:nvPr/>
        </p:nvPicPr>
        <p:blipFill rotWithShape="1">
          <a:blip r:embed="rId3">
            <a:alphaModFix/>
          </a:blip>
          <a:srcRect b="42237" l="0" r="0" t="0"/>
          <a:stretch/>
        </p:blipFill>
        <p:spPr>
          <a:xfrm>
            <a:off x="265500" y="4534725"/>
            <a:ext cx="903000" cy="522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1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6" name="Google Shape;86;p1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7" name="Google Shape;87;p1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BM Plex Sans"/>
              <a:buChar char="●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○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■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●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○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■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●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○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■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pic>
        <p:nvPicPr>
          <p:cNvPr id="88" name="Google Shape;88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-50" y="-4025"/>
            <a:ext cx="9144000" cy="1082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91" name="Google Shape;91;p12"/>
          <p:cNvSpPr txBox="1"/>
          <p:nvPr>
            <p:ph type="title"/>
          </p:nvPr>
        </p:nvSpPr>
        <p:spPr>
          <a:xfrm>
            <a:off x="311700" y="253975"/>
            <a:ext cx="8520600" cy="9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2" name="Google Shape;92;p12"/>
          <p:cNvSpPr txBox="1"/>
          <p:nvPr>
            <p:ph idx="1" type="body"/>
          </p:nvPr>
        </p:nvSpPr>
        <p:spPr>
          <a:xfrm>
            <a:off x="311700" y="171662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3" name="Google Shape;93;p12"/>
          <p:cNvSpPr txBox="1"/>
          <p:nvPr>
            <p:ph idx="2" type="body"/>
          </p:nvPr>
        </p:nvSpPr>
        <p:spPr>
          <a:xfrm>
            <a:off x="4832400" y="171662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4" name="Google Shape;9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5" name="Google Shape;95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41956" y="253980"/>
            <a:ext cx="1072323" cy="25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CE24 1">
  <p:cSld name="BLANK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 rotWithShape="1">
          <a:blip r:embed="rId4">
            <a:alphaModFix/>
          </a:blip>
          <a:srcRect b="49262" l="0" r="0" t="0"/>
          <a:stretch/>
        </p:blipFill>
        <p:spPr>
          <a:xfrm>
            <a:off x="315663" y="3965625"/>
            <a:ext cx="2150699" cy="1091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69950" y="4243909"/>
            <a:ext cx="1229076" cy="74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3"/>
          <p:cNvSpPr txBox="1"/>
          <p:nvPr>
            <p:ph idx="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2" name="Google Shape;102;p13"/>
          <p:cNvSpPr txBox="1"/>
          <p:nvPr>
            <p:ph idx="3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3" name="Google Shape;103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335925" y="303525"/>
            <a:ext cx="853149" cy="53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89064" y="837354"/>
            <a:ext cx="718500" cy="45166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/>
          <p:nvPr>
            <p:ph type="title"/>
          </p:nvPr>
        </p:nvSpPr>
        <p:spPr>
          <a:xfrm>
            <a:off x="581975" y="1452975"/>
            <a:ext cx="79800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CE24 1 1">
  <p:cSld name="BLANK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8" name="Google Shape;108;p14"/>
          <p:cNvPicPr preferRelativeResize="0"/>
          <p:nvPr/>
        </p:nvPicPr>
        <p:blipFill rotWithShape="1">
          <a:blip r:embed="rId3">
            <a:alphaModFix/>
          </a:blip>
          <a:srcRect b="0" l="0" r="0" t="45590"/>
          <a:stretch/>
        </p:blipFill>
        <p:spPr>
          <a:xfrm>
            <a:off x="776475" y="0"/>
            <a:ext cx="1229075" cy="589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98650" y="836750"/>
            <a:ext cx="758350" cy="64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7874" y="295350"/>
            <a:ext cx="604600" cy="69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69950" y="4243909"/>
            <a:ext cx="1229076" cy="74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02325" y="4051040"/>
            <a:ext cx="758350" cy="28343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/>
          <p:nvPr>
            <p:ph idx="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4" name="Google Shape;114;p14"/>
          <p:cNvSpPr txBox="1"/>
          <p:nvPr>
            <p:ph idx="3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CE24">
  <p:cSld name="BLANK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5"/>
          <p:cNvPicPr preferRelativeResize="0"/>
          <p:nvPr/>
        </p:nvPicPr>
        <p:blipFill rotWithShape="1">
          <a:blip r:embed="rId3">
            <a:alphaModFix/>
          </a:blip>
          <a:srcRect b="49262" l="0" r="0" t="0"/>
          <a:stretch/>
        </p:blipFill>
        <p:spPr>
          <a:xfrm>
            <a:off x="315663" y="4052300"/>
            <a:ext cx="2150699" cy="1091201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9" name="Google Shape;11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57325" y="3913509"/>
            <a:ext cx="1229076" cy="74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/>
          <p:nvPr/>
        </p:nvSpPr>
        <p:spPr>
          <a:xfrm>
            <a:off x="3659466" y="2678753"/>
            <a:ext cx="2055000" cy="558000"/>
          </a:xfrm>
          <a:prstGeom prst="rect">
            <a:avLst/>
          </a:prstGeom>
          <a:solidFill>
            <a:schemeClr val="accent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21" name="Google Shape;121;p15"/>
          <p:cNvSpPr/>
          <p:nvPr/>
        </p:nvSpPr>
        <p:spPr>
          <a:xfrm>
            <a:off x="3544500" y="2563787"/>
            <a:ext cx="2055000" cy="558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22" name="Google Shape;122;p15"/>
          <p:cNvSpPr txBox="1"/>
          <p:nvPr>
            <p:ph idx="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3629850" y="2507225"/>
            <a:ext cx="18843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GB" sz="2900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Thanks!</a:t>
            </a:r>
            <a:endParaRPr b="1" i="0" sz="2900" u="none" cap="none" strike="noStrike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24" name="Google Shape;124;p15"/>
          <p:cNvSpPr txBox="1"/>
          <p:nvPr>
            <p:ph idx="3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25" name="Google Shape;12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5163" y="1738022"/>
            <a:ext cx="6463626" cy="63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57035" y="262700"/>
            <a:ext cx="544963" cy="550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24850" y="954656"/>
            <a:ext cx="544962" cy="5161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CE24 2">
  <p:cSld name="BLANK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/>
          <p:cNvPicPr preferRelativeResize="0"/>
          <p:nvPr/>
        </p:nvPicPr>
        <p:blipFill rotWithShape="1">
          <a:blip r:embed="rId3">
            <a:alphaModFix/>
          </a:blip>
          <a:srcRect b="0" l="0" r="0" t="45590"/>
          <a:stretch/>
        </p:blipFill>
        <p:spPr>
          <a:xfrm>
            <a:off x="0" y="0"/>
            <a:ext cx="1229075" cy="589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32" name="Google Shape;13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38800" y="49484"/>
            <a:ext cx="1229076" cy="74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>
            <p:ph idx="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4" name="Google Shape;134;p16"/>
          <p:cNvSpPr txBox="1"/>
          <p:nvPr>
            <p:ph idx="3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35" name="Google Shape;13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5163" y="1319322"/>
            <a:ext cx="6463626" cy="63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6"/>
          <p:cNvSpPr/>
          <p:nvPr/>
        </p:nvSpPr>
        <p:spPr>
          <a:xfrm>
            <a:off x="3213113" y="2417749"/>
            <a:ext cx="2808000" cy="1037400"/>
          </a:xfrm>
          <a:prstGeom prst="rect">
            <a:avLst/>
          </a:prstGeom>
          <a:solidFill>
            <a:srgbClr val="FF5C00"/>
          </a:solidFill>
          <a:ln cap="flat" cmpd="sng" w="9525">
            <a:solidFill>
              <a:srgbClr val="0E1E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3122888" y="2312800"/>
            <a:ext cx="2808000" cy="1037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E1E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3213113" y="2290903"/>
            <a:ext cx="26631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GB" sz="2900" u="none" cap="none" strike="noStrike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rPr>
              <a:t>Don't forget to rate the talk!</a:t>
            </a:r>
            <a:endParaRPr b="1" i="0" sz="2900" u="none" cap="none" strike="noStrike">
              <a:solidFill>
                <a:srgbClr val="0E1E3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39" name="Google Shape;139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7849" y="3174100"/>
            <a:ext cx="1437747" cy="12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06035" y="3455150"/>
            <a:ext cx="544963" cy="550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373850" y="4147106"/>
            <a:ext cx="544962" cy="5161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5" name="Google Shape;145;p1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6" name="Google Shape;14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7" name="Google Shape;14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597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b="0" i="0" sz="2800" u="none" cap="none" strike="noStrik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717200"/>
            <a:ext cx="8520600" cy="26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 SemiBold"/>
              <a:buChar char="●"/>
              <a:defRPr b="0" i="0" sz="18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○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■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●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○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■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●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○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■"/>
              <a:defRPr b="0" i="0" sz="1400" u="none" cap="none" strike="noStrik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8"/>
          <p:cNvSpPr txBox="1"/>
          <p:nvPr>
            <p:ph type="title"/>
          </p:nvPr>
        </p:nvSpPr>
        <p:spPr>
          <a:xfrm>
            <a:off x="581975" y="1452975"/>
            <a:ext cx="7980000" cy="148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>
            <p:ph idx="1" type="body"/>
          </p:nvPr>
        </p:nvSpPr>
        <p:spPr>
          <a:xfrm>
            <a:off x="1251800" y="1717200"/>
            <a:ext cx="7220700" cy="294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0"/>
          <p:cNvSpPr txBox="1"/>
          <p:nvPr>
            <p:ph type="title"/>
          </p:nvPr>
        </p:nvSpPr>
        <p:spPr>
          <a:xfrm>
            <a:off x="1251800" y="461350"/>
            <a:ext cx="6483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 txBox="1"/>
          <p:nvPr>
            <p:ph idx="1" type="body"/>
          </p:nvPr>
        </p:nvSpPr>
        <p:spPr>
          <a:xfrm>
            <a:off x="311700" y="1717200"/>
            <a:ext cx="6568800" cy="25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1"/>
          <p:cNvSpPr txBox="1"/>
          <p:nvPr>
            <p:ph type="title"/>
          </p:nvPr>
        </p:nvSpPr>
        <p:spPr>
          <a:xfrm>
            <a:off x="311700" y="4613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2"/>
          <p:cNvSpPr txBox="1"/>
          <p:nvPr>
            <p:ph idx="2" type="body"/>
          </p:nvPr>
        </p:nvSpPr>
        <p:spPr>
          <a:xfrm>
            <a:off x="5181175" y="736975"/>
            <a:ext cx="36036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4"/>
          <p:cNvSpPr txBox="1"/>
          <p:nvPr>
            <p:ph idx="2" type="body"/>
          </p:nvPr>
        </p:nvSpPr>
        <p:spPr>
          <a:xfrm>
            <a:off x="4843025" y="737163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6"/>
          <p:cNvSpPr txBox="1"/>
          <p:nvPr/>
        </p:nvSpPr>
        <p:spPr>
          <a:xfrm>
            <a:off x="1968288" y="2392032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   </a:t>
            </a:r>
            <a:endParaRPr b="0" i="0" sz="1800" u="none" cap="none" strike="noStrik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1" name="Google Shape;201;p26"/>
          <p:cNvSpPr txBox="1"/>
          <p:nvPr/>
        </p:nvSpPr>
        <p:spPr>
          <a:xfrm>
            <a:off x="4036213" y="2392032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b="0" i="0" sz="1800" u="none" cap="none" strike="noStrik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2" name="Google Shape;202;p26"/>
          <p:cNvSpPr txBox="1"/>
          <p:nvPr/>
        </p:nvSpPr>
        <p:spPr>
          <a:xfrm>
            <a:off x="6109069" y="2392032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b="0" i="0" sz="1800" u="none" cap="none" strike="noStrik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3" name="Google Shape;203;p26"/>
          <p:cNvSpPr txBox="1"/>
          <p:nvPr/>
        </p:nvSpPr>
        <p:spPr>
          <a:xfrm>
            <a:off x="1968288" y="3055056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b="0" i="0" sz="1800" u="none" cap="none" strike="noStrik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4036213" y="3055056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b="0" i="0" sz="1800" u="none" cap="none" strike="noStrik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6109069" y="3055056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b="0" i="0" sz="1800" u="none" cap="none" strike="noStrik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42545" y="2480919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42545" y="3168581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17992" y="2480919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17992" y="3168581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85915" y="3168581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85915" y="2480919"/>
            <a:ext cx="327224" cy="32722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2832331" y="1562494"/>
            <a:ext cx="3602100" cy="558000"/>
          </a:xfrm>
          <a:prstGeom prst="rect">
            <a:avLst/>
          </a:prstGeom>
          <a:solidFill>
            <a:srgbClr val="FF5C00"/>
          </a:solidFill>
          <a:ln cap="flat" cmpd="sng" w="9525">
            <a:solidFill>
              <a:srgbClr val="0E1E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13" name="Google Shape;213;p26"/>
          <p:cNvSpPr/>
          <p:nvPr/>
        </p:nvSpPr>
        <p:spPr>
          <a:xfrm>
            <a:off x="2709563" y="1496101"/>
            <a:ext cx="3658500" cy="558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E1E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14" name="Google Shape;214;p26"/>
          <p:cNvSpPr txBox="1"/>
          <p:nvPr/>
        </p:nvSpPr>
        <p:spPr>
          <a:xfrm>
            <a:off x="2709680" y="1439550"/>
            <a:ext cx="36585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GB" sz="2900" u="none" cap="none" strike="noStrike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rPr>
              <a:t>Let’s get in touch!</a:t>
            </a:r>
            <a:endParaRPr b="1" i="0" sz="2900" u="none" cap="none" strike="noStrike">
              <a:solidFill>
                <a:srgbClr val="0E1E3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E1E30"/>
      </a:dk1>
      <a:lt1>
        <a:srgbClr val="FFFFFF"/>
      </a:lt1>
      <a:dk2>
        <a:srgbClr val="0E1E30"/>
      </a:dk2>
      <a:lt2>
        <a:srgbClr val="1E66FA"/>
      </a:lt2>
      <a:accent1>
        <a:srgbClr val="51E5FF"/>
      </a:accent1>
      <a:accent2>
        <a:srgbClr val="D82A76"/>
      </a:accent2>
      <a:accent3>
        <a:srgbClr val="00965C"/>
      </a:accent3>
      <a:accent4>
        <a:srgbClr val="FF5C00"/>
      </a:accent4>
      <a:accent5>
        <a:srgbClr val="54F0B2"/>
      </a:accent5>
      <a:accent6>
        <a:srgbClr val="F8DB5C"/>
      </a:accent6>
      <a:hlink>
        <a:srgbClr val="FF5C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