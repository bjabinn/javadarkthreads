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64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4"/>
      <p:bold r:id="rId15"/>
      <p:italic r:id="rId16"/>
      <p:boldItalic r:id="rId17"/>
    </p:embeddedFont>
    <p:embeddedFont>
      <p:font typeface="IBM Plex Sans SemiBold" panose="020B0503050203000203" pitchFamily="3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  <p15:guide id="3" orient="horz" pos="709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07"/>
    <p:restoredTop sz="94721"/>
  </p:normalViewPr>
  <p:slideViewPr>
    <p:cSldViewPr snapToGrid="0">
      <p:cViewPr varScale="1">
        <p:scale>
          <a:sx n="139" d="100"/>
          <a:sy n="139" d="100"/>
        </p:scale>
        <p:origin x="968" y="168"/>
      </p:cViewPr>
      <p:guideLst>
        <p:guide orient="horz" pos="1620"/>
        <p:guide pos="2880"/>
        <p:guide orient="horz" pos="70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b6c40055f4_5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b6c40055f4_5_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b6c40055f4_5_3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b6c40055f4_5_3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b6c40055f4_5_3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b6c40055f4_5_3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b6c40055f4_5_3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b6c40055f4_5_3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b6c40055f4_5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b6c40055f4_5_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b6c40055f4_5_3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b6c40055f4_5_3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b6c40055f4_5_3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b6c40055f4_5_3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b6c40055f4_5_3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b6c40055f4_5_3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b81be977c4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b81be977c4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b6c40055f4_5_3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b6c40055f4_5_3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b6c40055f4_5_2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b6c40055f4_5_2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18.png"/><Relationship Id="rId4" Type="http://schemas.openxmlformats.org/officeDocument/2006/relationships/image" Target="../media/image16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8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4.png"/><Relationship Id="rId7" Type="http://schemas.openxmlformats.org/officeDocument/2006/relationships/image" Target="../media/image26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.png"/><Relationship Id="rId7" Type="http://schemas.openxmlformats.org/officeDocument/2006/relationships/image" Target="../media/image26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3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3">
            <a:alphaModFix/>
          </a:blip>
          <a:srcRect t="45590"/>
          <a:stretch/>
        </p:blipFill>
        <p:spPr>
          <a:xfrm>
            <a:off x="776475" y="0"/>
            <a:ext cx="1229075" cy="589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3" name="Google Shape;13;p2"/>
          <p:cNvPicPr preferRelativeResize="0"/>
          <p:nvPr/>
        </p:nvPicPr>
        <p:blipFill rotWithShape="1">
          <a:blip r:embed="rId5">
            <a:alphaModFix/>
          </a:blip>
          <a:srcRect b="49262"/>
          <a:stretch/>
        </p:blipFill>
        <p:spPr>
          <a:xfrm>
            <a:off x="315663" y="4052300"/>
            <a:ext cx="2150699" cy="1091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564025" y="810700"/>
            <a:ext cx="1084300" cy="92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2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57874" y="295350"/>
            <a:ext cx="604600" cy="69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2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918500" y="3991934"/>
            <a:ext cx="1229076" cy="7497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2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050875" y="3742675"/>
            <a:ext cx="909225" cy="3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2">
  <p:cSld name="TITLE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57075" y="4015075"/>
            <a:ext cx="1034550" cy="64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8650" y="407705"/>
            <a:ext cx="548700" cy="34376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41575" y="3702100"/>
            <a:ext cx="1209875" cy="1209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657813" y="1176917"/>
            <a:ext cx="5828372" cy="5691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211318" y="2124600"/>
            <a:ext cx="6721362" cy="1109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2 1">
  <p:cSld name="TITLE_2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83800" y="3982963"/>
            <a:ext cx="1034550" cy="64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6150" y="564705"/>
            <a:ext cx="548700" cy="34376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41575" y="3702100"/>
            <a:ext cx="1209875" cy="1209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657813" y="1176917"/>
            <a:ext cx="5828372" cy="5691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Google Shape;33;p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541650" y="2183674"/>
            <a:ext cx="6060698" cy="109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311700" y="4613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311700" y="1717200"/>
            <a:ext cx="3999900" cy="255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2"/>
          </p:nvPr>
        </p:nvSpPr>
        <p:spPr>
          <a:xfrm>
            <a:off x="4832400" y="1717200"/>
            <a:ext cx="3999900" cy="255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42027" y="253979"/>
            <a:ext cx="1072251" cy="2518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42" name="Google Shape;42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42027" y="253979"/>
            <a:ext cx="1072251" cy="251834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>
            <a:spLocks noGrp="1"/>
          </p:cNvSpPr>
          <p:nvPr>
            <p:ph type="title"/>
          </p:nvPr>
        </p:nvSpPr>
        <p:spPr>
          <a:xfrm>
            <a:off x="311700" y="461350"/>
            <a:ext cx="7256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1"/>
          </p:nvPr>
        </p:nvSpPr>
        <p:spPr>
          <a:xfrm>
            <a:off x="311700" y="1717200"/>
            <a:ext cx="8520600" cy="255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>
            <a:spLocks noGrp="1"/>
          </p:cNvSpPr>
          <p:nvPr>
            <p:ph type="body" idx="1"/>
          </p:nvPr>
        </p:nvSpPr>
        <p:spPr>
          <a:xfrm>
            <a:off x="1251800" y="1717200"/>
            <a:ext cx="7220700" cy="29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8" name="Google Shape;48;p7"/>
          <p:cNvSpPr/>
          <p:nvPr/>
        </p:nvSpPr>
        <p:spPr>
          <a:xfrm>
            <a:off x="0" y="-4025"/>
            <a:ext cx="8946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>
            <a:off x="73270" y="1457749"/>
            <a:ext cx="407175" cy="1517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7"/>
          <p:cNvPicPr preferRelativeResize="0"/>
          <p:nvPr/>
        </p:nvPicPr>
        <p:blipFill rotWithShape="1">
          <a:blip r:embed="rId3">
            <a:alphaModFix/>
          </a:blip>
          <a:srcRect t="16416" r="25479"/>
          <a:stretch/>
        </p:blipFill>
        <p:spPr>
          <a:xfrm rot="5400000">
            <a:off x="146724" y="3900225"/>
            <a:ext cx="842601" cy="576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1" name="Google Shape;51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42027" y="253979"/>
            <a:ext cx="1072251" cy="251834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7175" y="253975"/>
            <a:ext cx="449101" cy="281009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7"/>
          <p:cNvSpPr txBox="1">
            <a:spLocks noGrp="1"/>
          </p:cNvSpPr>
          <p:nvPr>
            <p:ph type="title"/>
          </p:nvPr>
        </p:nvSpPr>
        <p:spPr>
          <a:xfrm>
            <a:off x="1251800" y="461350"/>
            <a:ext cx="64833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54" name="Google Shape;54;p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_AND_BODY_1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57" name="Google Shape;57;p8"/>
          <p:cNvSpPr/>
          <p:nvPr/>
        </p:nvSpPr>
        <p:spPr>
          <a:xfrm>
            <a:off x="7646900" y="-4025"/>
            <a:ext cx="1497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pic>
        <p:nvPicPr>
          <p:cNvPr id="58" name="Google Shape;58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5025" y="1285930"/>
            <a:ext cx="548700" cy="495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7646907" y="2103412"/>
            <a:ext cx="407175" cy="151715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8"/>
          <p:cNvSpPr txBox="1">
            <a:spLocks noGrp="1"/>
          </p:cNvSpPr>
          <p:nvPr>
            <p:ph type="body" idx="1"/>
          </p:nvPr>
        </p:nvSpPr>
        <p:spPr>
          <a:xfrm>
            <a:off x="311700" y="1717200"/>
            <a:ext cx="6568800" cy="251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pic>
        <p:nvPicPr>
          <p:cNvPr id="62" name="Google Shape;62;p8"/>
          <p:cNvPicPr preferRelativeResize="0"/>
          <p:nvPr/>
        </p:nvPicPr>
        <p:blipFill rotWithShape="1">
          <a:blip r:embed="rId5">
            <a:alphaModFix/>
          </a:blip>
          <a:srcRect r="37032"/>
          <a:stretch/>
        </p:blipFill>
        <p:spPr>
          <a:xfrm>
            <a:off x="8041716" y="3411188"/>
            <a:ext cx="1102283" cy="1517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841956" y="253980"/>
            <a:ext cx="1072323" cy="25185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8"/>
          <p:cNvSpPr txBox="1">
            <a:spLocks noGrp="1"/>
          </p:cNvSpPr>
          <p:nvPr>
            <p:ph type="title"/>
          </p:nvPr>
        </p:nvSpPr>
        <p:spPr>
          <a:xfrm>
            <a:off x="311700" y="4613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 1">
  <p:cSld name="TITLE_AND_BODY_1_1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4595025" y="-4025"/>
            <a:ext cx="45489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67" name="Google Shape;6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68" name="Google Shape;68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41956" y="253980"/>
            <a:ext cx="1072323" cy="251850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body" idx="2"/>
          </p:nvPr>
        </p:nvSpPr>
        <p:spPr>
          <a:xfrm>
            <a:off x="4843025" y="737163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Char char="●"/>
              <a:defRPr b="1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BM Plex Sans"/>
              <a:buChar char="○"/>
              <a:defRPr b="1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BM Plex Sans"/>
              <a:buChar char="■"/>
              <a:defRPr b="1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BM Plex Sans"/>
              <a:buChar char="●"/>
              <a:defRPr b="1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BM Plex Sans"/>
              <a:buChar char="○"/>
              <a:defRPr b="1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BM Plex Sans"/>
              <a:buChar char="■"/>
              <a:defRPr b="1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BM Plex Sans"/>
              <a:buChar char="●"/>
              <a:defRPr b="1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BM Plex Sans"/>
              <a:buChar char="○"/>
              <a:defRPr b="1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BM Plex Sans"/>
              <a:buChar char="■"/>
              <a:defRPr b="1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endParaRPr/>
          </a:p>
        </p:txBody>
      </p:sp>
      <p:pic>
        <p:nvPicPr>
          <p:cNvPr id="72" name="Google Shape;72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 1 1">
  <p:cSld name="TITLE_AND_BODY_1_1_1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0"/>
          <p:cNvSpPr/>
          <p:nvPr/>
        </p:nvSpPr>
        <p:spPr>
          <a:xfrm>
            <a:off x="0" y="-4025"/>
            <a:ext cx="45114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75" name="Google Shape;75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10"/>
          <p:cNvSpPr txBox="1">
            <a:spLocks noGrp="1"/>
          </p:cNvSpPr>
          <p:nvPr>
            <p:ph type="body" idx="2"/>
          </p:nvPr>
        </p:nvSpPr>
        <p:spPr>
          <a:xfrm>
            <a:off x="5181175" y="736975"/>
            <a:ext cx="36036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E1E30"/>
              </a:buClr>
              <a:buSzPts val="1800"/>
              <a:buFont typeface="IBM Plex Sans"/>
              <a:buChar char="●"/>
              <a:defRPr b="1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E1E30"/>
              </a:buClr>
              <a:buSzPts val="1400"/>
              <a:buFont typeface="IBM Plex Sans"/>
              <a:buChar char="○"/>
              <a:defRPr b="1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E1E30"/>
              </a:buClr>
              <a:buSzPts val="1400"/>
              <a:buFont typeface="IBM Plex Sans"/>
              <a:buChar char="■"/>
              <a:defRPr b="1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E1E30"/>
              </a:buClr>
              <a:buSzPts val="1400"/>
              <a:buFont typeface="IBM Plex Sans"/>
              <a:buChar char="●"/>
              <a:defRPr b="1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E1E30"/>
              </a:buClr>
              <a:buSzPts val="1400"/>
              <a:buFont typeface="IBM Plex Sans"/>
              <a:buChar char="○"/>
              <a:defRPr b="1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E1E30"/>
              </a:buClr>
              <a:buSzPts val="1400"/>
              <a:buFont typeface="IBM Plex Sans"/>
              <a:buChar char="■"/>
              <a:defRPr b="1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E1E30"/>
              </a:buClr>
              <a:buSzPts val="1400"/>
              <a:buFont typeface="IBM Plex Sans"/>
              <a:buChar char="●"/>
              <a:defRPr b="1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E1E30"/>
              </a:buClr>
              <a:buSzPts val="1400"/>
              <a:buFont typeface="IBM Plex Sans"/>
              <a:buChar char="○"/>
              <a:defRPr b="1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E1E30"/>
              </a:buClr>
              <a:buSzPts val="1400"/>
              <a:buFont typeface="IBM Plex Sans"/>
              <a:buChar char="■"/>
              <a:defRPr b="1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endParaRPr/>
          </a:p>
        </p:txBody>
      </p:sp>
      <p:pic>
        <p:nvPicPr>
          <p:cNvPr id="79" name="Google Shape;79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42027" y="253979"/>
            <a:ext cx="1072251" cy="251834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-column text 1 1">
  <p:cSld name="ONE_COLUMN_TEXT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1"/>
          <p:cNvPicPr preferRelativeResize="0"/>
          <p:nvPr/>
        </p:nvPicPr>
        <p:blipFill rotWithShape="1">
          <a:blip r:embed="rId3">
            <a:alphaModFix/>
          </a:blip>
          <a:srcRect b="42237"/>
          <a:stretch/>
        </p:blipFill>
        <p:spPr>
          <a:xfrm>
            <a:off x="265500" y="4534725"/>
            <a:ext cx="903000" cy="5221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BM Plex Sans"/>
              <a:buChar char="●"/>
              <a:defRPr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BM Plex Sans"/>
              <a:buChar char="○"/>
              <a:defRPr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BM Plex Sans"/>
              <a:buChar char="■"/>
              <a:defRPr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BM Plex Sans"/>
              <a:buChar char="●"/>
              <a:defRPr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BM Plex Sans"/>
              <a:buChar char="○"/>
              <a:defRPr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BM Plex Sans"/>
              <a:buChar char="■"/>
              <a:defRPr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BM Plex Sans"/>
              <a:buChar char="●"/>
              <a:defRPr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BM Plex Sans"/>
              <a:buChar char="○"/>
              <a:defRPr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BM Plex Sans"/>
              <a:buChar char="■"/>
              <a:defRPr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endParaRPr/>
          </a:p>
        </p:txBody>
      </p:sp>
      <p:pic>
        <p:nvPicPr>
          <p:cNvPr id="88" name="Google Shape;88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42027" y="253979"/>
            <a:ext cx="1072251" cy="2518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-50" y="-4025"/>
            <a:ext cx="9144000" cy="1082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91" name="Google Shape;91;p12"/>
          <p:cNvSpPr txBox="1">
            <a:spLocks noGrp="1"/>
          </p:cNvSpPr>
          <p:nvPr>
            <p:ph type="title"/>
          </p:nvPr>
        </p:nvSpPr>
        <p:spPr>
          <a:xfrm>
            <a:off x="311700" y="253975"/>
            <a:ext cx="8520600" cy="9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body" idx="1"/>
          </p:nvPr>
        </p:nvSpPr>
        <p:spPr>
          <a:xfrm>
            <a:off x="311700" y="171662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2"/>
          </p:nvPr>
        </p:nvSpPr>
        <p:spPr>
          <a:xfrm>
            <a:off x="4832400" y="171662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95" name="Google Shape;95;p1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41956" y="253980"/>
            <a:ext cx="1072323" cy="251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CE24 1">
  <p:cSld name="BLANK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99" name="Google Shape;99;p13"/>
          <p:cNvPicPr preferRelativeResize="0"/>
          <p:nvPr/>
        </p:nvPicPr>
        <p:blipFill rotWithShape="1">
          <a:blip r:embed="rId4">
            <a:alphaModFix/>
          </a:blip>
          <a:srcRect b="49262"/>
          <a:stretch/>
        </p:blipFill>
        <p:spPr>
          <a:xfrm>
            <a:off x="315663" y="3965625"/>
            <a:ext cx="2150699" cy="10912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69950" y="4243909"/>
            <a:ext cx="1229076" cy="74971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3"/>
          <p:cNvSpPr txBox="1">
            <a:spLocks noGrp="1"/>
          </p:cNvSpPr>
          <p:nvPr>
            <p:ph type="sldNum" idx="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sldNum" idx="3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03" name="Google Shape;103;p1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335925" y="303525"/>
            <a:ext cx="853149" cy="53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189064" y="837354"/>
            <a:ext cx="718500" cy="45166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3"/>
          <p:cNvSpPr txBox="1">
            <a:spLocks noGrp="1"/>
          </p:cNvSpPr>
          <p:nvPr>
            <p:ph type="title"/>
          </p:nvPr>
        </p:nvSpPr>
        <p:spPr>
          <a:xfrm>
            <a:off x="581975" y="1452975"/>
            <a:ext cx="79800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CE24 1 1">
  <p:cSld name="BLANK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08" name="Google Shape;108;p14"/>
          <p:cNvPicPr preferRelativeResize="0"/>
          <p:nvPr/>
        </p:nvPicPr>
        <p:blipFill rotWithShape="1">
          <a:blip r:embed="rId3">
            <a:alphaModFix/>
          </a:blip>
          <a:srcRect t="45590"/>
          <a:stretch/>
        </p:blipFill>
        <p:spPr>
          <a:xfrm>
            <a:off x="776475" y="0"/>
            <a:ext cx="1229075" cy="589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98650" y="836750"/>
            <a:ext cx="758350" cy="64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7874" y="295350"/>
            <a:ext cx="604600" cy="69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69950" y="4243909"/>
            <a:ext cx="1229076" cy="7497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4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902325" y="4051040"/>
            <a:ext cx="758350" cy="283435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/>
          <p:cNvSpPr txBox="1">
            <a:spLocks noGrp="1"/>
          </p:cNvSpPr>
          <p:nvPr>
            <p:ph type="sldNum" idx="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14" name="Google Shape;114;p14"/>
          <p:cNvSpPr txBox="1">
            <a:spLocks noGrp="1"/>
          </p:cNvSpPr>
          <p:nvPr>
            <p:ph type="sldNum" idx="3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15" name="Google Shape;115;p14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CE24">
  <p:cSld name="BLANK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15"/>
          <p:cNvPicPr preferRelativeResize="0"/>
          <p:nvPr/>
        </p:nvPicPr>
        <p:blipFill rotWithShape="1">
          <a:blip r:embed="rId3">
            <a:alphaModFix/>
          </a:blip>
          <a:srcRect b="49262"/>
          <a:stretch/>
        </p:blipFill>
        <p:spPr>
          <a:xfrm>
            <a:off x="315663" y="4052300"/>
            <a:ext cx="2150699" cy="1091201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19" name="Google Shape;119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57325" y="3913509"/>
            <a:ext cx="1229076" cy="749716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5"/>
          <p:cNvSpPr/>
          <p:nvPr/>
        </p:nvSpPr>
        <p:spPr>
          <a:xfrm>
            <a:off x="3659466" y="2678753"/>
            <a:ext cx="2055000" cy="558000"/>
          </a:xfrm>
          <a:prstGeom prst="rect">
            <a:avLst/>
          </a:prstGeom>
          <a:solidFill>
            <a:schemeClr val="accent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121" name="Google Shape;121;p15"/>
          <p:cNvSpPr/>
          <p:nvPr/>
        </p:nvSpPr>
        <p:spPr>
          <a:xfrm>
            <a:off x="3544500" y="2563787"/>
            <a:ext cx="2055000" cy="5580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122" name="Google Shape;122;p15"/>
          <p:cNvSpPr txBox="1">
            <a:spLocks noGrp="1"/>
          </p:cNvSpPr>
          <p:nvPr>
            <p:ph type="sldNum" idx="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3629850" y="2507225"/>
            <a:ext cx="1884300" cy="6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lang="en-GB" sz="2900" b="1" i="0" u="none" strike="noStrike" cap="none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rPr>
              <a:t>Thanks!</a:t>
            </a:r>
            <a:endParaRPr sz="2900" b="1" i="0" u="none" strike="noStrike" cap="none">
              <a:solidFill>
                <a:schemeClr val="dk2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24" name="Google Shape;124;p15"/>
          <p:cNvSpPr txBox="1">
            <a:spLocks noGrp="1"/>
          </p:cNvSpPr>
          <p:nvPr>
            <p:ph type="sldNum" idx="3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25" name="Google Shape;125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55163" y="1738022"/>
            <a:ext cx="6463626" cy="63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57035" y="262700"/>
            <a:ext cx="544963" cy="550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24850" y="954656"/>
            <a:ext cx="544962" cy="5161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CE24 2">
  <p:cSld name="BLANK_2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6"/>
          <p:cNvPicPr preferRelativeResize="0"/>
          <p:nvPr/>
        </p:nvPicPr>
        <p:blipFill rotWithShape="1">
          <a:blip r:embed="rId3">
            <a:alphaModFix/>
          </a:blip>
          <a:srcRect t="45590"/>
          <a:stretch/>
        </p:blipFill>
        <p:spPr>
          <a:xfrm>
            <a:off x="0" y="0"/>
            <a:ext cx="1229075" cy="589849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32" name="Google Shape;132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38800" y="49484"/>
            <a:ext cx="1229076" cy="749716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>
            <a:spLocks noGrp="1"/>
          </p:cNvSpPr>
          <p:nvPr>
            <p:ph type="sldNum" idx="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34" name="Google Shape;134;p16"/>
          <p:cNvSpPr txBox="1">
            <a:spLocks noGrp="1"/>
          </p:cNvSpPr>
          <p:nvPr>
            <p:ph type="sldNum" idx="3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35" name="Google Shape;135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55163" y="1319322"/>
            <a:ext cx="6463626" cy="631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6"/>
          <p:cNvSpPr/>
          <p:nvPr/>
        </p:nvSpPr>
        <p:spPr>
          <a:xfrm>
            <a:off x="3213113" y="2417749"/>
            <a:ext cx="2808000" cy="1037400"/>
          </a:xfrm>
          <a:prstGeom prst="rect">
            <a:avLst/>
          </a:prstGeom>
          <a:solidFill>
            <a:srgbClr val="FF5C00"/>
          </a:solidFill>
          <a:ln w="9525" cap="flat" cmpd="sng">
            <a:solidFill>
              <a:srgbClr val="0E1E3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137" name="Google Shape;137;p16"/>
          <p:cNvSpPr/>
          <p:nvPr/>
        </p:nvSpPr>
        <p:spPr>
          <a:xfrm>
            <a:off x="3122888" y="2312800"/>
            <a:ext cx="2808000" cy="1037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1E3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138" name="Google Shape;138;p16"/>
          <p:cNvSpPr txBox="1"/>
          <p:nvPr/>
        </p:nvSpPr>
        <p:spPr>
          <a:xfrm>
            <a:off x="3213113" y="2290903"/>
            <a:ext cx="26631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lang="en-GB" sz="2900" b="1" i="0" u="none" strike="noStrike" cap="none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rPr>
              <a:t>Don't forget to rate the talk!</a:t>
            </a:r>
            <a:endParaRPr sz="2900" b="1" i="0" u="none" strike="noStrike" cap="none">
              <a:solidFill>
                <a:srgbClr val="0E1E3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139" name="Google Shape;139;p1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47849" y="3174100"/>
            <a:ext cx="1437747" cy="12496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106035" y="3455150"/>
            <a:ext cx="544963" cy="550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373850" y="4147106"/>
            <a:ext cx="544962" cy="5161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6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0" y="0"/>
            <a:ext cx="9144003" cy="51479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>
  <p:cSld name="TITLE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45" name="Google Shape;145;p1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6" name="Google Shape;146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47" name="Google Shape;147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42027" y="253979"/>
            <a:ext cx="1072251" cy="2518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5974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Sans SemiBold"/>
              <a:buNone/>
              <a:defRPr sz="2800" b="0" i="0" u="none" strike="noStrike" cap="none">
                <a:solidFill>
                  <a:schemeClr val="dk1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Sans SemiBold"/>
              <a:buNone/>
              <a:defRPr sz="2800" b="0" i="0" u="none" strike="noStrike" cap="none">
                <a:solidFill>
                  <a:schemeClr val="dk1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Sans SemiBold"/>
              <a:buNone/>
              <a:defRPr sz="2800" b="0" i="0" u="none" strike="noStrike" cap="none">
                <a:solidFill>
                  <a:schemeClr val="dk1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Sans SemiBold"/>
              <a:buNone/>
              <a:defRPr sz="2800" b="0" i="0" u="none" strike="noStrike" cap="none">
                <a:solidFill>
                  <a:schemeClr val="dk1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Sans SemiBold"/>
              <a:buNone/>
              <a:defRPr sz="2800" b="0" i="0" u="none" strike="noStrike" cap="none">
                <a:solidFill>
                  <a:schemeClr val="dk1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Sans SemiBold"/>
              <a:buNone/>
              <a:defRPr sz="2800" b="0" i="0" u="none" strike="noStrike" cap="none">
                <a:solidFill>
                  <a:schemeClr val="dk1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Sans SemiBold"/>
              <a:buNone/>
              <a:defRPr sz="2800" b="0" i="0" u="none" strike="noStrike" cap="none">
                <a:solidFill>
                  <a:schemeClr val="dk1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Sans SemiBold"/>
              <a:buNone/>
              <a:defRPr sz="2800" b="0" i="0" u="none" strike="noStrike" cap="none">
                <a:solidFill>
                  <a:schemeClr val="dk1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IBM Plex Sans SemiBold"/>
              <a:buNone/>
              <a:defRPr sz="2800" b="0" i="0" u="none" strike="noStrike" cap="none">
                <a:solidFill>
                  <a:schemeClr val="dk1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717200"/>
            <a:ext cx="8520600" cy="26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 SemiBold"/>
              <a:buChar char="●"/>
              <a:defRPr sz="1800" b="0" i="0" u="none" strike="noStrike" cap="none">
                <a:solidFill>
                  <a:schemeClr val="dk2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BM Plex Sans SemiBold"/>
              <a:buChar char="○"/>
              <a:defRPr sz="1400" b="0" i="0" u="none" strike="noStrike" cap="none">
                <a:solidFill>
                  <a:schemeClr val="dk2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BM Plex Sans SemiBold"/>
              <a:buChar char="■"/>
              <a:defRPr sz="1400" b="0" i="0" u="none" strike="noStrike" cap="none">
                <a:solidFill>
                  <a:schemeClr val="dk2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BM Plex Sans SemiBold"/>
              <a:buChar char="●"/>
              <a:defRPr sz="1400" b="0" i="0" u="none" strike="noStrike" cap="none">
                <a:solidFill>
                  <a:schemeClr val="dk2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BM Plex Sans SemiBold"/>
              <a:buChar char="○"/>
              <a:defRPr sz="1400" b="0" i="0" u="none" strike="noStrike" cap="none">
                <a:solidFill>
                  <a:schemeClr val="dk2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BM Plex Sans SemiBold"/>
              <a:buChar char="■"/>
              <a:defRPr sz="1400" b="0" i="0" u="none" strike="noStrike" cap="none">
                <a:solidFill>
                  <a:schemeClr val="dk2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BM Plex Sans SemiBold"/>
              <a:buChar char="●"/>
              <a:defRPr sz="1400" b="0" i="0" u="none" strike="noStrike" cap="none">
                <a:solidFill>
                  <a:schemeClr val="dk2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BM Plex Sans SemiBold"/>
              <a:buChar char="○"/>
              <a:defRPr sz="1400" b="0" i="0" u="none" strike="noStrike" cap="none">
                <a:solidFill>
                  <a:schemeClr val="dk2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BM Plex Sans SemiBold"/>
              <a:buChar char="■"/>
              <a:defRPr sz="1400" b="0" i="0" u="none" strike="noStrike" cap="none">
                <a:solidFill>
                  <a:schemeClr val="dk2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A3A002E-5561-4E46-93D0-C17A2349AAF1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784" y="480138"/>
            <a:ext cx="6707456" cy="280255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1"/>
          <p:cNvSpPr txBox="1">
            <a:spLocks noGrp="1"/>
          </p:cNvSpPr>
          <p:nvPr>
            <p:ph type="body" idx="1"/>
          </p:nvPr>
        </p:nvSpPr>
        <p:spPr>
          <a:xfrm>
            <a:off x="311700" y="1717200"/>
            <a:ext cx="6568800" cy="251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21"/>
          <p:cNvSpPr txBox="1">
            <a:spLocks noGrp="1"/>
          </p:cNvSpPr>
          <p:nvPr>
            <p:ph type="title"/>
          </p:nvPr>
        </p:nvSpPr>
        <p:spPr>
          <a:xfrm>
            <a:off x="311700" y="4613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2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22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22"/>
          <p:cNvSpPr txBox="1">
            <a:spLocks noGrp="1"/>
          </p:cNvSpPr>
          <p:nvPr>
            <p:ph type="body" idx="2"/>
          </p:nvPr>
        </p:nvSpPr>
        <p:spPr>
          <a:xfrm>
            <a:off x="5181175" y="736975"/>
            <a:ext cx="36036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3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23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23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2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24"/>
          <p:cNvSpPr txBox="1">
            <a:spLocks noGrp="1"/>
          </p:cNvSpPr>
          <p:nvPr>
            <p:ph type="body" idx="2"/>
          </p:nvPr>
        </p:nvSpPr>
        <p:spPr>
          <a:xfrm>
            <a:off x="4843025" y="737163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6"/>
          <p:cNvSpPr txBox="1"/>
          <p:nvPr/>
        </p:nvSpPr>
        <p:spPr>
          <a:xfrm>
            <a:off x="1968288" y="2392032"/>
            <a:ext cx="1596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FFFFFF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rPr>
              <a:t>Socialname   </a:t>
            </a:r>
            <a:endParaRPr sz="1800" b="0" i="0" u="none" strike="noStrike" cap="none">
              <a:solidFill>
                <a:srgbClr val="FFFFFF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201" name="Google Shape;201;p26"/>
          <p:cNvSpPr txBox="1"/>
          <p:nvPr/>
        </p:nvSpPr>
        <p:spPr>
          <a:xfrm>
            <a:off x="4036213" y="2392032"/>
            <a:ext cx="1596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FFFFFF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rPr>
              <a:t>socialname</a:t>
            </a:r>
            <a:endParaRPr sz="1800" b="0" i="0" u="none" strike="noStrike" cap="none">
              <a:solidFill>
                <a:srgbClr val="FFFFFF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202" name="Google Shape;202;p26"/>
          <p:cNvSpPr txBox="1"/>
          <p:nvPr/>
        </p:nvSpPr>
        <p:spPr>
          <a:xfrm>
            <a:off x="6109069" y="2392032"/>
            <a:ext cx="1596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FFFFFF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rPr>
              <a:t>socialname</a:t>
            </a:r>
            <a:endParaRPr sz="1800" b="0" i="0" u="none" strike="noStrike" cap="none">
              <a:solidFill>
                <a:srgbClr val="FFFFFF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203" name="Google Shape;203;p26"/>
          <p:cNvSpPr txBox="1"/>
          <p:nvPr/>
        </p:nvSpPr>
        <p:spPr>
          <a:xfrm>
            <a:off x="1968288" y="3055056"/>
            <a:ext cx="1596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FFFFFF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rPr>
              <a:t>socialname</a:t>
            </a:r>
            <a:endParaRPr sz="1800" b="0" i="0" u="none" strike="noStrike" cap="none">
              <a:solidFill>
                <a:srgbClr val="FFFFFF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204" name="Google Shape;204;p26"/>
          <p:cNvSpPr txBox="1"/>
          <p:nvPr/>
        </p:nvSpPr>
        <p:spPr>
          <a:xfrm>
            <a:off x="4036213" y="3055056"/>
            <a:ext cx="1596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FFFFFF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rPr>
              <a:t>socialname</a:t>
            </a:r>
            <a:endParaRPr sz="1800" b="0" i="0" u="none" strike="noStrike" cap="none">
              <a:solidFill>
                <a:srgbClr val="FFFFFF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205" name="Google Shape;205;p26"/>
          <p:cNvSpPr txBox="1"/>
          <p:nvPr/>
        </p:nvSpPr>
        <p:spPr>
          <a:xfrm>
            <a:off x="6109069" y="3055056"/>
            <a:ext cx="1596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0" i="0" u="none" strike="noStrike" cap="none">
                <a:solidFill>
                  <a:srgbClr val="FFFFFF"/>
                </a:solidFill>
                <a:latin typeface="IBM Plex Sans SemiBold"/>
                <a:ea typeface="IBM Plex Sans SemiBold"/>
                <a:cs typeface="IBM Plex Sans SemiBold"/>
                <a:sym typeface="IBM Plex Sans SemiBold"/>
              </a:rPr>
              <a:t>socialname</a:t>
            </a:r>
            <a:endParaRPr sz="1800" b="0" i="0" u="none" strike="noStrike" cap="none">
              <a:solidFill>
                <a:srgbClr val="FFFFFF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pic>
        <p:nvPicPr>
          <p:cNvPr id="206" name="Google Shape;206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42545" y="2480919"/>
            <a:ext cx="327224" cy="327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42545" y="3168581"/>
            <a:ext cx="327224" cy="327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717992" y="2480919"/>
            <a:ext cx="327224" cy="327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717992" y="3168581"/>
            <a:ext cx="327224" cy="327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85915" y="3168581"/>
            <a:ext cx="327224" cy="327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785915" y="2480919"/>
            <a:ext cx="327224" cy="327226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2832331" y="1562494"/>
            <a:ext cx="3602100" cy="558000"/>
          </a:xfrm>
          <a:prstGeom prst="rect">
            <a:avLst/>
          </a:prstGeom>
          <a:solidFill>
            <a:srgbClr val="FF5C00"/>
          </a:solidFill>
          <a:ln w="9525" cap="flat" cmpd="sng">
            <a:solidFill>
              <a:srgbClr val="0E1E3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213" name="Google Shape;213;p26"/>
          <p:cNvSpPr/>
          <p:nvPr/>
        </p:nvSpPr>
        <p:spPr>
          <a:xfrm>
            <a:off x="2709563" y="1496101"/>
            <a:ext cx="3658500" cy="558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1E3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IBM Plex Sans SemiBold"/>
              <a:ea typeface="IBM Plex Sans SemiBold"/>
              <a:cs typeface="IBM Plex Sans SemiBold"/>
              <a:sym typeface="IBM Plex Sans SemiBold"/>
            </a:endParaRPr>
          </a:p>
        </p:txBody>
      </p:sp>
      <p:sp>
        <p:nvSpPr>
          <p:cNvPr id="214" name="Google Shape;214;p26"/>
          <p:cNvSpPr txBox="1"/>
          <p:nvPr/>
        </p:nvSpPr>
        <p:spPr>
          <a:xfrm>
            <a:off x="2709680" y="1439550"/>
            <a:ext cx="3658500" cy="6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lang="en-GB" sz="2900" b="1" i="0" u="none" strike="noStrike" cap="none">
                <a:solidFill>
                  <a:srgbClr val="0E1E30"/>
                </a:solidFill>
                <a:latin typeface="IBM Plex Sans"/>
                <a:ea typeface="IBM Plex Sans"/>
                <a:cs typeface="IBM Plex Sans"/>
                <a:sym typeface="IBM Plex Sans"/>
              </a:rPr>
              <a:t>Let’s get in touch!</a:t>
            </a:r>
            <a:endParaRPr sz="2900" b="1" i="0" u="none" strike="noStrike" cap="none">
              <a:solidFill>
                <a:srgbClr val="0E1E3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E1E30"/>
      </a:dk1>
      <a:lt1>
        <a:srgbClr val="FFFFFF"/>
      </a:lt1>
      <a:dk2>
        <a:srgbClr val="0E1E30"/>
      </a:dk2>
      <a:lt2>
        <a:srgbClr val="1E66FA"/>
      </a:lt2>
      <a:accent1>
        <a:srgbClr val="51E5FF"/>
      </a:accent1>
      <a:accent2>
        <a:srgbClr val="D82A76"/>
      </a:accent2>
      <a:accent3>
        <a:srgbClr val="00965C"/>
      </a:accent3>
      <a:accent4>
        <a:srgbClr val="FF5C00"/>
      </a:accent4>
      <a:accent5>
        <a:srgbClr val="54F0B2"/>
      </a:accent5>
      <a:accent6>
        <a:srgbClr val="F8DB5C"/>
      </a:accent6>
      <a:hlink>
        <a:srgbClr val="FF5C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</TotalTime>
  <Words>11</Words>
  <Application>Microsoft Macintosh PowerPoint</Application>
  <PresentationFormat>On-screen Show (16:9)</PresentationFormat>
  <Paragraphs>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IBM Plex Sans</vt:lpstr>
      <vt:lpstr>Arial</vt:lpstr>
      <vt:lpstr>IBM Plex Sans SemiBold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JOSE ANTONIO BELTRAN MARQUEZ</cp:lastModifiedBy>
  <cp:revision>5</cp:revision>
  <dcterms:modified xsi:type="dcterms:W3CDTF">2026-04-20T12:57:14Z</dcterms:modified>
</cp:coreProperties>
</file>