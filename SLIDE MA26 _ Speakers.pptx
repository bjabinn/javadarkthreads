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4"/>
      <p:bold r:id="rId15"/>
      <p:italic r:id="rId16"/>
      <p:boldItalic r:id="rId17"/>
    </p:embeddedFont>
    <p:embeddedFont>
      <p:font typeface="IBM Plex Sans SemiBold" panose="020B05030502030002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70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/>
    <p:restoredTop sz="94702"/>
  </p:normalViewPr>
  <p:slideViewPr>
    <p:cSldViewPr snapToGrid="0">
      <p:cViewPr varScale="1">
        <p:scale>
          <a:sx n="184" d="100"/>
          <a:sy n="184" d="100"/>
        </p:scale>
        <p:origin x="184" y="368"/>
      </p:cViewPr>
      <p:guideLst>
        <p:guide orient="horz" pos="1620"/>
        <p:guide pos="2880"/>
        <p:guide orient="horz" pos="7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6c40055f4_5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6c40055f4_5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6c40055f4_5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6c40055f4_5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6c40055f4_5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6c40055f4_5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6c40055f4_5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6c40055f4_5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c40055f4_5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6c40055f4_5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6c40055f4_5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6c40055f4_5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6c40055f4_5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6c40055f4_5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6c40055f4_5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6c40055f4_5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81be977c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81be977c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6c40055f4_5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6c40055f4_5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6c40055f4_5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6c40055f4_5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t="45590"/>
          <a:stretch/>
        </p:blipFill>
        <p:spPr>
          <a:xfrm>
            <a:off x="776475" y="0"/>
            <a:ext cx="1229075" cy="58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5">
            <a:alphaModFix/>
          </a:blip>
          <a:srcRect b="49262"/>
          <a:stretch/>
        </p:blipFill>
        <p:spPr>
          <a:xfrm>
            <a:off x="315663" y="4052300"/>
            <a:ext cx="2150699" cy="109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64025" y="810700"/>
            <a:ext cx="1084300" cy="9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7874" y="295350"/>
            <a:ext cx="604600" cy="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18500" y="3991934"/>
            <a:ext cx="1229076" cy="74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50875" y="3742675"/>
            <a:ext cx="909225" cy="3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7075" y="4015075"/>
            <a:ext cx="1034550" cy="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650" y="407705"/>
            <a:ext cx="548700" cy="343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1575" y="3702100"/>
            <a:ext cx="1209875" cy="12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7813" y="1176917"/>
            <a:ext cx="5828372" cy="56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1318" y="2124600"/>
            <a:ext cx="6721362" cy="11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 1">
  <p:cSld name="TITLE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3800" y="3982963"/>
            <a:ext cx="1034550" cy="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150" y="564705"/>
            <a:ext cx="548700" cy="343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1575" y="3702100"/>
            <a:ext cx="1209875" cy="12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7813" y="1176917"/>
            <a:ext cx="5828372" cy="56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1650" y="2183674"/>
            <a:ext cx="6060698" cy="10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311700" y="461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311700" y="1717200"/>
            <a:ext cx="3999900" cy="25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832400" y="1717200"/>
            <a:ext cx="3999900" cy="25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027" y="253979"/>
            <a:ext cx="1072251" cy="251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" name="Google Shape;4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027" y="253979"/>
            <a:ext cx="1072251" cy="25183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311700" y="461350"/>
            <a:ext cx="725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311700" y="1717200"/>
            <a:ext cx="8520600" cy="25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1251800" y="1717200"/>
            <a:ext cx="7220700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0" y="-4025"/>
            <a:ext cx="894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3270" y="1457749"/>
            <a:ext cx="407175" cy="151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t="16416" r="25479"/>
          <a:stretch/>
        </p:blipFill>
        <p:spPr>
          <a:xfrm rot="5400000">
            <a:off x="146724" y="3900225"/>
            <a:ext cx="842601" cy="57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2027" y="253979"/>
            <a:ext cx="1072251" cy="25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175" y="253975"/>
            <a:ext cx="449101" cy="28100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1251800" y="461350"/>
            <a:ext cx="648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7646900" y="-4025"/>
            <a:ext cx="1497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5025" y="1285930"/>
            <a:ext cx="548700" cy="4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7646907" y="2103412"/>
            <a:ext cx="407175" cy="15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>
            <a:spLocks noGrp="1"/>
          </p:cNvSpPr>
          <p:nvPr>
            <p:ph type="body" idx="1"/>
          </p:nvPr>
        </p:nvSpPr>
        <p:spPr>
          <a:xfrm>
            <a:off x="311700" y="1717200"/>
            <a:ext cx="6568800" cy="25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2" name="Google Shape;62;p8"/>
          <p:cNvPicPr preferRelativeResize="0"/>
          <p:nvPr/>
        </p:nvPicPr>
        <p:blipFill rotWithShape="1">
          <a:blip r:embed="rId5">
            <a:alphaModFix/>
          </a:blip>
          <a:srcRect r="37032"/>
          <a:stretch/>
        </p:blipFill>
        <p:spPr>
          <a:xfrm>
            <a:off x="8041716" y="3411188"/>
            <a:ext cx="1102283" cy="151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1956" y="253980"/>
            <a:ext cx="1072323" cy="2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311700" y="461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4595025" y="-4025"/>
            <a:ext cx="4548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8" name="Google Shape;6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41956" y="253980"/>
            <a:ext cx="1072323" cy="2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2"/>
          </p:nvPr>
        </p:nvSpPr>
        <p:spPr>
          <a:xfrm>
            <a:off x="4843025" y="737163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 1">
  <p:cSld name="TITLE_AND_BODY_1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0" y="-4025"/>
            <a:ext cx="451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2"/>
          </p:nvPr>
        </p:nvSpPr>
        <p:spPr>
          <a:xfrm>
            <a:off x="5181175" y="736975"/>
            <a:ext cx="36036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800"/>
              <a:buFont typeface="IBM Plex Sans"/>
              <a:buChar char="●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○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■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●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○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■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●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○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E30"/>
              </a:buClr>
              <a:buSzPts val="1400"/>
              <a:buFont typeface="IBM Plex Sans"/>
              <a:buChar char="■"/>
              <a:defRPr b="1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42027" y="253979"/>
            <a:ext cx="1072251" cy="25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-column text 1 1">
  <p:cSld name="ONE_COLUMN_TEXT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 rotWithShape="1">
          <a:blip r:embed="rId3">
            <a:alphaModFix/>
          </a:blip>
          <a:srcRect b="42237"/>
          <a:stretch/>
        </p:blipFill>
        <p:spPr>
          <a:xfrm>
            <a:off x="265500" y="4534725"/>
            <a:ext cx="903000" cy="52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2027" y="253979"/>
            <a:ext cx="1072251" cy="251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-50" y="-4025"/>
            <a:ext cx="9144000" cy="108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311700" y="253975"/>
            <a:ext cx="85206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311700" y="17166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2"/>
          </p:nvPr>
        </p:nvSpPr>
        <p:spPr>
          <a:xfrm>
            <a:off x="4832400" y="17166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5" name="Google Shape;9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41956" y="253980"/>
            <a:ext cx="1072323" cy="2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CE24 1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4">
            <a:alphaModFix/>
          </a:blip>
          <a:srcRect b="49262"/>
          <a:stretch/>
        </p:blipFill>
        <p:spPr>
          <a:xfrm>
            <a:off x="315663" y="3965625"/>
            <a:ext cx="2150699" cy="109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9950" y="4243909"/>
            <a:ext cx="1229076" cy="7497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3" name="Google Shape;10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5925" y="303525"/>
            <a:ext cx="853149" cy="5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89064" y="837354"/>
            <a:ext cx="718500" cy="4516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581975" y="1452975"/>
            <a:ext cx="79800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CE24 1 1">
  <p:cSld name="BLANK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t="45590"/>
          <a:stretch/>
        </p:blipFill>
        <p:spPr>
          <a:xfrm>
            <a:off x="776475" y="0"/>
            <a:ext cx="1229075" cy="58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98650" y="836750"/>
            <a:ext cx="758350" cy="6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874" y="295350"/>
            <a:ext cx="604600" cy="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69950" y="4243909"/>
            <a:ext cx="1229076" cy="74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02325" y="4051040"/>
            <a:ext cx="758350" cy="28343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CE24">
  <p:cSld name="BLANK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 b="49262"/>
          <a:stretch/>
        </p:blipFill>
        <p:spPr>
          <a:xfrm>
            <a:off x="315663" y="4052300"/>
            <a:ext cx="2150699" cy="109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9" name="Google Shape;11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7325" y="3913509"/>
            <a:ext cx="1229076" cy="74971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3659466" y="2678753"/>
            <a:ext cx="2055000" cy="5580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544500" y="2563787"/>
            <a:ext cx="2055000" cy="55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22" name="Google Shape;122;p15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629850" y="2507225"/>
            <a:ext cx="1884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GB" sz="2900" b="1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Thanks!</a:t>
            </a:r>
            <a:endParaRPr sz="2900" b="1" i="0" u="none" strike="noStrike" cap="none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5163" y="1738022"/>
            <a:ext cx="6463626" cy="6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7035" y="262700"/>
            <a:ext cx="544963" cy="55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4850" y="954656"/>
            <a:ext cx="544962" cy="516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CE24 2">
  <p:cSld name="BLANK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t="45590"/>
          <a:stretch/>
        </p:blipFill>
        <p:spPr>
          <a:xfrm>
            <a:off x="0" y="0"/>
            <a:ext cx="1229075" cy="58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8800" y="49484"/>
            <a:ext cx="1229076" cy="7497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5163" y="1319322"/>
            <a:ext cx="6463626" cy="6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3213113" y="2417749"/>
            <a:ext cx="2808000" cy="1037400"/>
          </a:xfrm>
          <a:prstGeom prst="rect">
            <a:avLst/>
          </a:prstGeom>
          <a:solidFill>
            <a:srgbClr val="FF5C00"/>
          </a:solidFill>
          <a:ln w="9525" cap="flat" cmpd="sng">
            <a:solidFill>
              <a:srgbClr val="0E1E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122888" y="2312800"/>
            <a:ext cx="2808000" cy="1037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E1E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3213113" y="2290903"/>
            <a:ext cx="2663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GB" sz="2900" b="1" i="0" u="none" strike="noStrike" cap="none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Don't forget to rate the talk!</a:t>
            </a:r>
            <a:endParaRPr sz="2900" b="1" i="0" u="none" strike="noStrike" cap="none">
              <a:solidFill>
                <a:srgbClr val="0E1E3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9" name="Google Shape;13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849" y="3174100"/>
            <a:ext cx="1437747" cy="12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06035" y="3455150"/>
            <a:ext cx="544963" cy="55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73850" y="4147106"/>
            <a:ext cx="544962" cy="516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027" y="253979"/>
            <a:ext cx="1072251" cy="251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sz="2800" b="0" i="0" u="none" strike="noStrike" cap="non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717200"/>
            <a:ext cx="8520600" cy="26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SemiBold"/>
              <a:buChar char="●"/>
              <a:defRPr sz="18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○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■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●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○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■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●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○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■"/>
              <a:defRPr sz="1400" b="0" i="0" u="none" strike="noStrike" cap="non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3A002E-5561-4E46-93D0-C17A2349AAF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8" y="608155"/>
            <a:ext cx="6349705" cy="26530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body" idx="1"/>
          </p:nvPr>
        </p:nvSpPr>
        <p:spPr>
          <a:xfrm>
            <a:off x="311700" y="1717200"/>
            <a:ext cx="6568800" cy="25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title"/>
          </p:nvPr>
        </p:nvSpPr>
        <p:spPr>
          <a:xfrm>
            <a:off x="311700" y="461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2"/>
          </p:nvPr>
        </p:nvSpPr>
        <p:spPr>
          <a:xfrm>
            <a:off x="5181175" y="736975"/>
            <a:ext cx="36036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body" idx="2"/>
          </p:nvPr>
        </p:nvSpPr>
        <p:spPr>
          <a:xfrm>
            <a:off x="4843025" y="737163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/>
        </p:nvSpPr>
        <p:spPr>
          <a:xfrm>
            <a:off x="1968288" y="2392032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   </a:t>
            </a:r>
            <a:endParaRPr sz="1800" b="0" i="0" u="none" strike="noStrike" cap="non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4036213" y="2392032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sz="1800" b="0" i="0" u="none" strike="noStrike" cap="non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6109069" y="2392032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sz="1800" b="0" i="0" u="none" strike="noStrike" cap="non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1968288" y="3055056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sz="1800" b="0" i="0" u="none" strike="noStrike" cap="non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4036213" y="3055056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sz="1800" b="0" i="0" u="none" strike="noStrike" cap="non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6109069" y="3055056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sz="1800" b="0" i="0" u="none" strike="noStrike" cap="non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2545" y="2480919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2545" y="3168581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7992" y="2480919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7992" y="3168581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85915" y="3168581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5915" y="2480919"/>
            <a:ext cx="327224" cy="3272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2832331" y="1562494"/>
            <a:ext cx="3602100" cy="558000"/>
          </a:xfrm>
          <a:prstGeom prst="rect">
            <a:avLst/>
          </a:prstGeom>
          <a:solidFill>
            <a:srgbClr val="FF5C00"/>
          </a:solidFill>
          <a:ln w="9525" cap="flat" cmpd="sng">
            <a:solidFill>
              <a:srgbClr val="0E1E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2709563" y="1496101"/>
            <a:ext cx="3658500" cy="55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E1E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2709680" y="1439550"/>
            <a:ext cx="36585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GB" sz="2900" b="1" i="0" u="none" strike="noStrike" cap="none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Let’s get in touch!</a:t>
            </a:r>
            <a:endParaRPr sz="2900" b="1" i="0" u="none" strike="noStrike" cap="none">
              <a:solidFill>
                <a:srgbClr val="0E1E3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E1E30"/>
      </a:dk1>
      <a:lt1>
        <a:srgbClr val="FFFFFF"/>
      </a:lt1>
      <a:dk2>
        <a:srgbClr val="0E1E30"/>
      </a:dk2>
      <a:lt2>
        <a:srgbClr val="1E66FA"/>
      </a:lt2>
      <a:accent1>
        <a:srgbClr val="51E5FF"/>
      </a:accent1>
      <a:accent2>
        <a:srgbClr val="D82A76"/>
      </a:accent2>
      <a:accent3>
        <a:srgbClr val="00965C"/>
      </a:accent3>
      <a:accent4>
        <a:srgbClr val="FF5C00"/>
      </a:accent4>
      <a:accent5>
        <a:srgbClr val="54F0B2"/>
      </a:accent5>
      <a:accent6>
        <a:srgbClr val="F8DB5C"/>
      </a:accent6>
      <a:hlink>
        <a:srgbClr val="FF5C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</Words>
  <Application>Microsoft Macintosh PowerPoint</Application>
  <PresentationFormat>On-screen Show (16:9)</PresentationFormat>
  <Paragraphs>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IBM Plex Sans</vt:lpstr>
      <vt:lpstr>Arial</vt:lpstr>
      <vt:lpstr>IBM Plex Sans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JOSE ANTONIO BELTRAN MARQUEZ</cp:lastModifiedBy>
  <cp:revision>2</cp:revision>
  <dcterms:modified xsi:type="dcterms:W3CDTF">2026-04-19T20:55:45Z</dcterms:modified>
</cp:coreProperties>
</file>